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everyone leaves able to answer 'when I upload a file, what touches what, and why is it split that way?'. The talk is built around four request flows, not four technologies. PRE-FLIGHT (10 min before): docker compose down -v, then COUNTER_FLUSH_SECONDS=30 docker compose up --build -d. Verify: curl localhost:8000/health (three ok) and /metrics shows flush_interval_seconds 30. Open tabs: localhost:8000 (app), localhost:9001 (MinIO console, minioadmin/minioadmin), a terminal split three ways (psql, redis-cli, free shell). Seed 3 sample uploads so charts are not empty, but leave ONE upload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Put the tension on the board before naming any technology. Answers you are fishing for: table bloat and backup cost from the blobs; a write transaction per download just to bump an integer.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Two things to say out loud: (1) Compose gives every service a DNS name on a private network, which is why the API uses postgres:5432 while your laptop uses localhost:5433. (2) Point at the dashed write-behind arrow and explicitly park it for the download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Ask: why is the object key &lt;uuid&gt;/&lt;filename&gt; and not just report.pdf? Because two people uploading report.pdf would collide; the UUID prefix makes every key unique without touching the visible filename. LIVE DEMO, show the join: in psql run SELECT filename, size_bytes, object_key FROM files LIMIT 3; then docker compose exec minio mc alias set local http://localhost:9000 minioadmin minioadmin &amp;&amp; mc ls --recursive local/uploads. Point at one row and its matching object: same UUID, two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minutes. Ask: what is still not safe here? (the orphaned-object case on the right). LIVE DEMO: drag a file onto localhost:8000, watch the toast. psql: SELECT filename, size_bytes, content_type, download_count FROM files ORDER BY uploaded_at DESC LIMIT 1. MinIO console (:9001), uploads bucket, show the new UUID folder. redis-cli: TTL files:all returns -2. Say it: minus two means gone, the upload deleted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minutes. LIVE DEMO: curl /files twice, source flips postgres then redis-cache. redis-cli: TTL files:all counts down 29, 28, 27; GET files:all shows the JSON blob and note there is NO download_count in it. Upload anything, TTL again returns -2: the write blew the cache away. Finish on the dashboard hit-rate tile: GET stats:cache:hit and stats:cache:miss.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 the 10-minute centerpiece. Start with the naive version because it is what everyone would write, then break it live. The 57-to-1 failure is silent: no error, no log line, just a wrong number that looks plausible.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write-behind at all? Downloads pay only for an in-memory INCR. The durable write happens once per batch: Postgres sees one UPDATE every 5 seconds whether you served 10 downloads or 10,000. Walk the four rules one at a time; each maps to one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REQUIRES the 30-second flush window from pre-flight (COUNTER_FLUSH_SECONDS=30). At the default 5 s the flusher fires while you are still typing, Postgres already agrees with Redis, and the whole point of the slide evaporates. Commands: ID=$(curl -s localhost:8000/files | python -c "import sys,json;print(json.load(sys.stdin)['files'][0]['id'])" | tr -d '\r'); for i in 1 2 3 4; do curl -s -o /dev/null localhost:8000/files/$ID/download; done; redis-cli GET downloads:&lt;id&gt; and SMEMBERS downloads:dirty; psql SELECT filename, download_count FROM files WHERE id='&lt;id&gt;'; sleep 32; re-check both; then FLUSHALL and download once more: 5, not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minutes, a breather after the centerpiece. Ask: why must we drop the counter? Then move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GET /metrics is the raw JSON behind the dashboard. Show the drift check live, and point at the awaiting-flush number right after a download so the room sees the queue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Be honest about the edges: this is what makes intermediate engineers trust the talk. None of these are wrong today; each has a trigger that would make it wrong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answers short and concede the simple alternative first; it builds credibility for the complex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sentence, then open the floor. Restore the default flush window afterwards: docker compose up -d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RUNNING.md. --build is needed the first time and after code changes; plain docker compose up is enough otherwise. requirements.txt and package-lock.json are copied before the source, so editing code never re-installs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list calls demonstrate the cache-aside flip: first source is postgres, second is redis-cache.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useful: docker compose ps (status + health), docker compose logs -f api, docker compose restart api. When running the API outside Docker, .env.example points MinIO at localhost:9000 but Compose publishes 9002: set MINIO_ENDPOINT=localhost:9002.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TALK · DATA FLOW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upload. Three databases. Why the line is drawn where it is.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118104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3222711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0175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bytes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9260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3118104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479" y="3222711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30175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29260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3118104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679" y="3222711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30175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intermediate backend engineers    ·    35 min talk + 10 min Q&amp;A    ·    live demos against a running stack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file, three shapes of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“Store a file and remember three things about it: the bytes, the facts, and how often people grab it. Each has a different shape, and one database is wrong for at least two of them.”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933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BYTES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7614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KB to 5 GB, opaque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cheap, streamable, replicated storage.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874520"/>
            <a:ext cx="457200" cy="457200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9933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7614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size, type, when. Small, structured, queryable.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transactions, indexes, GROUP BY.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933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76148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Tiny, changes constantly.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sub-millisecond increments, and it must survive a restart.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0416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B283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85800" y="40416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room:  </a:t>
            </a:r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“Put all three in Postgres. What breaks first?”  </a:t>
            </a:r>
            <a:pPr indent="0" marL="0">
              <a:buNone/>
            </a:pPr>
            <a:r>
              <a:rPr lang="en-US" sz="11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question is the architecture. The rest of the talk is the answer.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docker compose network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1B2839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11680"/>
            <a:ext cx="365760" cy="365760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06778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37360" y="2331720"/>
            <a:ext cx="566928" cy="0"/>
          </a:xfrm>
          <a:prstGeom prst="line">
            <a:avLst/>
          </a:prstGeom>
          <a:noFill/>
          <a:ln w="19050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304288" y="169164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151F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87168" y="1847088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75" y="1951695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18470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80944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api:8000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487168" y="23408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the compiled Angular bundle at /. Same origin, no CORS.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06440" y="914400"/>
            <a:ext cx="2514600" cy="987552"/>
          </a:xfrm>
          <a:prstGeom prst="roundRect">
            <a:avLst>
              <a:gd name="adj" fmla="val 5556"/>
            </a:avLst>
          </a:prstGeom>
          <a:solidFill>
            <a:srgbClr val="151F2E"/>
          </a:solidFill>
          <a:ln w="12700">
            <a:solidFill>
              <a:srgbClr val="55A6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71032" y="1060704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639" y="1165311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1060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 </a:t>
            </a:r>
            <a:pPr indent="0" marL="0">
              <a:buNone/>
            </a:pPr>
            <a:r>
              <a:rPr lang="en-US" sz="9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73952" y="13167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rows + durable counts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806440" y="2084832"/>
            <a:ext cx="2514600" cy="987552"/>
          </a:xfrm>
          <a:prstGeom prst="roundRect">
            <a:avLst>
              <a:gd name="adj" fmla="val 5556"/>
            </a:avLst>
          </a:prstGeom>
          <a:solidFill>
            <a:srgbClr val="151F2E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71032" y="2231136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639" y="2335743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73952" y="223113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 </a:t>
            </a:r>
            <a:pPr indent="0" marL="0">
              <a:buNone/>
            </a:pPr>
            <a:r>
              <a:rPr lang="en-US" sz="9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:9000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73952" y="2487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bytes  ·  bucket: uploads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806440" y="3255264"/>
            <a:ext cx="2514600" cy="987552"/>
          </a:xfrm>
          <a:prstGeom prst="roundRect">
            <a:avLst>
              <a:gd name="adj" fmla="val 5556"/>
            </a:avLst>
          </a:prstGeom>
          <a:solidFill>
            <a:srgbClr val="151F2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71032" y="3401568"/>
            <a:ext cx="402336" cy="402336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39" y="3506175"/>
            <a:ext cx="193121" cy="1931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73952" y="34015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 </a:t>
            </a:r>
            <a:pPr indent="0" marL="0">
              <a:buNone/>
            </a:pPr>
            <a:r>
              <a:rPr lang="en-US" sz="9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:6379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73952" y="3657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cache + live counters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 flipV="1">
            <a:off x="4773168" y="1408176"/>
            <a:ext cx="1033272" cy="923544"/>
          </a:xfrm>
          <a:prstGeom prst="line">
            <a:avLst/>
          </a:prstGeom>
          <a:noFill/>
          <a:ln w="1587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4773168" y="2331720"/>
            <a:ext cx="1033272" cy="246888"/>
          </a:xfrm>
          <a:prstGeom prst="line">
            <a:avLst/>
          </a:prstGeom>
          <a:noFill/>
          <a:ln w="1587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4773168" y="2331720"/>
            <a:ext cx="1033272" cy="1417320"/>
          </a:xfrm>
          <a:prstGeom prst="line">
            <a:avLst/>
          </a:prstGeom>
          <a:noFill/>
          <a:ln w="1587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8321040" y="3749040"/>
            <a:ext cx="228600" cy="0"/>
          </a:xfrm>
          <a:prstGeom prst="line">
            <a:avLst/>
          </a:prstGeom>
          <a:noFill/>
          <a:ln w="15875">
            <a:solidFill>
              <a:srgbClr val="F1685E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8549640" y="1408176"/>
            <a:ext cx="0" cy="2340864"/>
          </a:xfrm>
          <a:prstGeom prst="line">
            <a:avLst/>
          </a:prstGeom>
          <a:noFill/>
          <a:ln w="15875">
            <a:solidFill>
              <a:srgbClr val="F1685E"/>
            </a:solidFill>
            <a:prstDash val="dash"/>
          </a:ln>
        </p:spPr>
      </p:sp>
      <p:sp>
        <p:nvSpPr>
          <p:cNvPr id="35" name="Shape 28"/>
          <p:cNvSpPr/>
          <p:nvPr/>
        </p:nvSpPr>
        <p:spPr>
          <a:xfrm>
            <a:off x="8321040" y="1408176"/>
            <a:ext cx="228600" cy="0"/>
          </a:xfrm>
          <a:prstGeom prst="line">
            <a:avLst/>
          </a:prstGeom>
          <a:noFill/>
          <a:ln w="15875">
            <a:solidFill>
              <a:srgbClr val="F1685E"/>
            </a:solidFill>
            <a:prstDash val="dash"/>
            <a:headEnd type="triangle"/>
          </a:ln>
        </p:spPr>
      </p:sp>
      <p:sp>
        <p:nvSpPr>
          <p:cNvPr id="36" name="Text 29"/>
          <p:cNvSpPr/>
          <p:nvPr/>
        </p:nvSpPr>
        <p:spPr>
          <a:xfrm rot="16200000">
            <a:off x="8001000" y="2450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write-behind · every 5 s, batched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457200" y="4389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names are hostnames.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talks to postgres:5432. From your laptop those names mean nothing: use localhost + the published port.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806440" y="4389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</a:t>
            </a:r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arrow pointing back at Postgres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interesting one. Park it: it is the centerpiece of this talk.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DIVISION OF LABOR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holds what, and why there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95728" y="1024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93792" y="1024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THERE, AND NOT SOMEWHERE ELSE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53896"/>
            <a:ext cx="420624" cy="420624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154" y="1563258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527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395728" y="133502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file: name, type, size, uploaded_at, download_count, and the object_key.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193792" y="133502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of record. Structured, queryable, backed up. The only service here that can GROUP BY, so every dashboard aggregate comes from 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15798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2368296"/>
            <a:ext cx="420624" cy="420624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" y="2477658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2441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395728" y="224942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bytes, as objects keyed &lt;uuid&gt;/&lt;filename&gt; in the uploads bucket.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193792" y="224942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is built for large opaque blobs: cheap, streamable, replicated. S3-compatible: swap the endpoint and this runs on real AWS S3.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307238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" y="3282696"/>
            <a:ext cx="420624" cy="420624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54" y="3392058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355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2395728" y="316382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files:all (cached listing), downloads:&lt;id&gt; (live counters), downloads:dirty, stats:*.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193792" y="316382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In-memory. An atomic INCR costs microseconds; the same write in Postgres costs a transaction. Redis serves the read path and absorbs the write path.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4023360"/>
            <a:ext cx="4983480" cy="768096"/>
          </a:xfrm>
          <a:prstGeom prst="roundRect">
            <a:avLst>
              <a:gd name="adj" fmla="val 7143"/>
            </a:avLst>
          </a:prstGeom>
          <a:solidFill>
            <a:srgbClr val="1B283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8368" y="4023360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   </a:t>
            </a:r>
            <a:pPr indent="0" marL="0">
              <a:buNone/>
            </a:pPr>
            <a:r>
              <a:rPr lang="en-US" sz="10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object_key is the join between two databases. Postgres knows the name of the bytes; MinIO knows the bytes. Nothing else connects them.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577840" y="4023360"/>
            <a:ext cx="3108960" cy="768096"/>
          </a:xfrm>
          <a:prstGeom prst="roundRect">
            <a:avLst>
              <a:gd name="adj" fmla="val 714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760720" y="402336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STATELESS PAIR  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holds nothing (clients only ever talk to it). Angular is compiled into the API image: one origin, no CORS.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FLOW 1 · UPLOAD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three services. The order is a decision.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92040" cy="3611880"/>
          </a:xfrm>
          <a:prstGeom prst="roundRect">
            <a:avLst>
              <a:gd name="adj" fmla="val 1519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" y="1975104"/>
            <a:ext cx="0" cy="2103120"/>
          </a:xfrm>
          <a:prstGeom prst="line">
            <a:avLst/>
          </a:prstGeom>
          <a:noFill/>
          <a:ln w="19050">
            <a:solidFill>
              <a:srgbClr val="2736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329184" cy="329184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50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922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  </a:t>
            </a:r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object  &lt;uuid&gt;/&lt;filename&gt;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6654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first: if this fails, nothing else has happened yet.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788920"/>
            <a:ext cx="329184" cy="329184"/>
          </a:xfrm>
          <a:prstGeom prst="ellipse">
            <a:avLst/>
          </a:prstGeom>
          <a:solidFill>
            <a:srgbClr val="55A6EC"/>
          </a:solidFill>
          <a:ln w="12700">
            <a:solidFill>
              <a:srgbClr val="55A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752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7523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  </a:t>
            </a:r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metadata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02666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object_key points at the bytes just written.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329184" cy="329184"/>
          </a:xfrm>
          <a:prstGeom prst="ellipse">
            <a:avLst/>
          </a:prstGeom>
          <a:solidFill>
            <a:srgbClr val="F1685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353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  </a:t>
            </a:r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files:all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98678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Invalidate, so the next read cannot serve a stale listing.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1188720"/>
            <a:ext cx="3063240" cy="1691640"/>
          </a:xfrm>
          <a:prstGeom prst="roundRect">
            <a:avLst>
              <a:gd name="adj" fmla="val 324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1353312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BYTES FIRST?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MinIO fails: return an error, no row exists, the system stays consistent. Reverse the order and a row can point at bytes that were never written: a dangling reference, and a 500 for anyone who downloads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3017520"/>
            <a:ext cx="3063240" cy="1783080"/>
          </a:xfrm>
          <a:prstGeom prst="roundRect">
            <a:avLst>
              <a:gd name="adj" fmla="val 3077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318211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NOT SAFE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INSERT fails after the bytes land, you leak an orphaned object. That is the honest trade-off: leak an object rather than serve a broken row. The dashboard counts rows and objects independently and warns when they drift; a reconciliation job cleans up.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FLOW 2 · 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Cache-aside: serve reads from memory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92040" cy="2514600"/>
          </a:xfrm>
          <a:prstGeom prst="roundRect">
            <a:avLst>
              <a:gd name="adj" fmla="val 2182"/>
            </a:avLst>
          </a:prstGeom>
          <a:solidFill>
            <a:srgbClr val="0A111C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/files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 GET files:all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HIT </a:t>
            </a:r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return "source": "redis-cache"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INCR stats:cache:hit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</a:t>
            </a:r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Postgres SELECT …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Redis SETEX files:all 30s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return "source": "postgres"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INCR stats:cache:miss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7673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"source" is a teaching device baked into the response. Call it twice and watch it flip.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23560" y="1188720"/>
            <a:ext cx="3063240" cy="2514600"/>
          </a:xfrm>
          <a:prstGeom prst="roundRect">
            <a:avLst>
              <a:gd name="adj" fmla="val 2182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33872" y="1371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SAFETY NETS, NOT 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33872" y="1755648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741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7007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Invalidate on write.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key: simple, and always correct.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33872" y="2487168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2473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432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30-second TTL.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case an invalidation is ever missed. Belt and braces.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33872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rate on the dashboard is measured from stats:cache:hit / miss, not estimated.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B2839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605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SUBTLE BIT   </a:t>
            </a:r>
            <a:pPr indent="0" marL="0">
              <a:buNone/>
            </a:pPr>
            <a:r>
              <a:rPr lang="en-US" sz="10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listing is cached. The download counts are not: they are merged on at read time with one MGET. Cache them and you serve numbers up to 30 s stale, and the bug looks like “the counter is slow”, not “the counter is cached”.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FLOW 3 · DOWNLOAD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 everyone would write, and how it breaks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0A111C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redis.incr(f"downloads:{file_id}")</a:t>
            </a:r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fast!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room: </a:t>
            </a:r>
            <a:pPr indent="0" marL="0">
              <a:buNone/>
            </a:pPr>
            <a:r>
              <a:rPr lang="en-US" sz="1300" i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happens when Redis restarts?”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292608" cy="292608"/>
          </a:xfrm>
          <a:prstGeom prst="ellipse">
            <a:avLst/>
          </a:prstGeom>
          <a:solidFill>
            <a:srgbClr val="F1685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28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counter resets to zero.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92608" cy="292608"/>
          </a:xfrm>
          <a:prstGeom prst="ellipse">
            <a:avLst/>
          </a:prstGeom>
          <a:solidFill>
            <a:srgbClr val="F1685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52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3072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download INCRs a missing key, and it comes back as 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292608" cy="292608"/>
          </a:xfrm>
          <a:prstGeom prst="ellipse">
            <a:avLst/>
          </a:prstGeom>
          <a:solidFill>
            <a:srgbClr val="F1685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621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36393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with 57 downloads now reads 1. Silently. Forever.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188720"/>
            <a:ext cx="3108960" cy="3063240"/>
          </a:xfrm>
          <a:prstGeom prst="roundRect">
            <a:avLst>
              <a:gd name="adj" fmla="val 179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600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pPr algn="ctr" indent="0" marL="0">
              <a:buNone/>
            </a:pPr>
            <a:r>
              <a:rPr lang="en-US" sz="32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buNone/>
            </a:pPr>
            <a:r>
              <a:rPr lang="en-US" sz="520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5778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silently. forever.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3429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bug this app used to have.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</a:t>
            </a:r>
            <a:pPr indent="0" marL="0">
              <a:buNone/>
            </a:pPr>
            <a:r>
              <a:rPr lang="en-US" sz="11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counter live in Redis and durable in Postgres. Next slide.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FLOW 3 · THE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is live. Postgres is durable.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069080" cy="1737360"/>
          </a:xfrm>
          <a:prstGeom prst="roundRect">
            <a:avLst>
              <a:gd name="adj" fmla="val 3158"/>
            </a:avLst>
          </a:prstGeom>
          <a:solidFill>
            <a:srgbClr val="0A111C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DOWNLOAD PATH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3703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SELECT object_key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    stream 64 KB chunks → client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last byte is sent: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seed counter from Postgres if missing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INCR downloads:&lt;id&gt;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SADD downloads:dirty &lt;id&gt;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17720" y="1170432"/>
            <a:ext cx="4069080" cy="1737360"/>
          </a:xfrm>
          <a:prstGeom prst="roundRect">
            <a:avLst>
              <a:gd name="adj" fmla="val 3158"/>
            </a:avLst>
          </a:prstGeom>
          <a:solidFill>
            <a:srgbClr val="0A111C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8888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FLUSHER · EVERY 5 s, IN THE BACKGROUND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18888" y="153619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MULTI: SMEMBERS downloads:dirty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DEL      downloads:dirty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MGET the counters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files SET download_count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GREATEST(download_count, :n)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RULES. EACH ONE DEFENDS AGAINST A SPECIFIC FAILURE.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975104" cy="1417320"/>
          </a:xfrm>
          <a:prstGeom prst="roundRect">
            <a:avLst>
              <a:gd name="adj" fmla="val 387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343814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before first INCR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" y="38953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wiped Redis restarting a counter at 1.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42032" y="3291840"/>
            <a:ext cx="1975104" cy="1417320"/>
          </a:xfrm>
          <a:prstGeom prst="roundRect">
            <a:avLst>
              <a:gd name="adj" fmla="val 387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343814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with GREATEST()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88336" y="38953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stale Redis dragging the durable count backwards. Retried flushes become idempotent.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3291840"/>
            <a:ext cx="1975104" cy="1417320"/>
          </a:xfrm>
          <a:prstGeom prst="roundRect">
            <a:avLst>
              <a:gd name="adj" fmla="val 387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43814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 in one MULTI/EXEC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38953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INCR landing mid-flush is re-queued for the next tick: deferred, never lost.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11696" y="3291840"/>
            <a:ext cx="1975104" cy="1417320"/>
          </a:xfrm>
          <a:prstGeom prst="roundRect">
            <a:avLst>
              <a:gd name="adj" fmla="val 387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43814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after the last byte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38953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that disconnects halfway through does not count as a download.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says 4. Postgres says 0. Both are correct.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005072" cy="1371600"/>
          </a:xfrm>
          <a:prstGeom prst="roundRect">
            <a:avLst>
              <a:gd name="adj" fmla="val 4000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89888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61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 file 4 times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reports download_count: 4 immediately (straight from Redis). The file's id sits in downloads:dirty, queued for the flusher.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207008"/>
            <a:ext cx="4005072" cy="1371600"/>
          </a:xfrm>
          <a:prstGeom prst="roundRect">
            <a:avLst>
              <a:gd name="adj" fmla="val 4000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389888"/>
            <a:ext cx="329184" cy="329184"/>
          </a:xfrm>
          <a:prstGeom prst="ellipse">
            <a:avLst/>
          </a:prstGeom>
          <a:solidFill>
            <a:srgbClr val="55A6EC"/>
          </a:solidFill>
          <a:ln w="12700">
            <a:solidFill>
              <a:srgbClr val="55A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761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Postgres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21808" y="1664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download_count → still 0. Pause here: Postgres is thirty seconds behind on purpose. Nothing is lost; it is queued.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4005072" cy="1371600"/>
          </a:xfrm>
          <a:prstGeom prst="roundRect">
            <a:avLst>
              <a:gd name="adj" fmla="val 4000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71216"/>
            <a:ext cx="329184" cy="329184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575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out the window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314553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32, ask again → 4. The dirty set has drained itself. The two stores agree once more.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1728" y="2688336"/>
            <a:ext cx="4005072" cy="1371600"/>
          </a:xfrm>
          <a:prstGeom prst="roundRect">
            <a:avLst>
              <a:gd name="adj" fmla="val 4000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871216"/>
            <a:ext cx="329184" cy="329184"/>
          </a:xfrm>
          <a:prstGeom prst="ellipse">
            <a:avLst/>
          </a:prstGeom>
          <a:solidFill>
            <a:srgbClr val="F1685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8575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 Redis: FLUSHALL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21808" y="314553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 still reads 4, reseeded from Postgres on first touch. The next download makes it 5. Not 1.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just lost the entire cache layer and the counter didn't even flinch.”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FLOW 4 · DELETE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nothing behind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92040" cy="3063240"/>
          </a:xfrm>
          <a:prstGeom prst="roundRect">
            <a:avLst>
              <a:gd name="adj" fmla="val 179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/files/{id}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" y="1975104"/>
            <a:ext cx="0" cy="1737360"/>
          </a:xfrm>
          <a:prstGeom prst="line">
            <a:avLst/>
          </a:prstGeom>
          <a:noFill/>
          <a:ln w="19050">
            <a:solidFill>
              <a:srgbClr val="2736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329184" cy="329184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50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922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  </a:t>
            </a:r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object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first, again.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329184" cy="329184"/>
          </a:xfrm>
          <a:prstGeom prst="ellipse">
            <a:avLst/>
          </a:prstGeom>
          <a:solidFill>
            <a:srgbClr val="55A6EC"/>
          </a:solidFill>
          <a:ln w="12700">
            <a:solidFill>
              <a:srgbClr val="55A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563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6334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  </a:t>
            </a:r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035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facts follow the bytes.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511296"/>
            <a:ext cx="329184" cy="329184"/>
          </a:xfrm>
          <a:prstGeom prst="ellipse">
            <a:avLst/>
          </a:prstGeom>
          <a:solidFill>
            <a:srgbClr val="F1685E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4747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  </a:t>
            </a:r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files:all · DEL downloads:&lt;id&gt; · SREM downloads:dirty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7705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Invalidate the listing, drop the counter, dequeue the flush.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1188720"/>
            <a:ext cx="3063240" cy="1691640"/>
          </a:xfrm>
          <a:prstGeom prst="roundRect">
            <a:avLst>
              <a:gd name="adj" fmla="val 324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1353312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DROP THE COUNTER?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future file reusing the id would inherit a phantom count. Ids are UUIDs, so it won't happen. But leaking a key per deleted file, forever, is its own bug.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3017520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318211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FLUSHER IS SAFE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UPDATE … WHERE id = … simply matches zero rows if the file is already gone.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asks each service about itself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420624" cy="420624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30" y="148096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813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193852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Aggregates: totals, average and largest size, uploads per day, breakdown by type. generate_series supplies the calendar, so days with zero uploads still appear and the trend cannot lie.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1371600"/>
            <a:ext cx="420624" cy="420624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70" y="148096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4813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93008" y="193852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counters and the cache hit / miss stats, plus its own INFO: memory used, uptime, key count.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1371600"/>
            <a:ext cx="420624" cy="420624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010" y="148096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4813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27648" y="193852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count and total bytes held, counted straight from the uploads bucket.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3383280"/>
            <a:ext cx="4041648" cy="1325880"/>
          </a:xfrm>
          <a:prstGeom prst="roundRect">
            <a:avLst>
              <a:gd name="adj" fmla="val 4138"/>
            </a:avLst>
          </a:prstGeom>
          <a:solidFill>
            <a:srgbClr val="1B2839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3529584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DRIFT CHECK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files.count (Postgres rows) and minio.objects are counted independently. If they disagree, the panel says so instead of hiding it: that is the orphaned-object detector from the upload flow.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45152" y="3383280"/>
            <a:ext cx="4041648" cy="1325880"/>
          </a:xfrm>
          <a:prstGeom prst="roundRect">
            <a:avLst>
              <a:gd name="adj" fmla="val 4138"/>
            </a:avLst>
          </a:prstGeom>
          <a:solidFill>
            <a:srgbClr val="1B2839"/>
          </a:solidFill>
          <a:ln w="12700">
            <a:solidFill>
              <a:srgbClr val="F1685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46320" y="3529584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 AWAITING FLUSH TO POSTGRES”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number on the Downloads served tile is SCARD downloads:dirty. It is the write-behind queue, on screen, in real time.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chose, and when we'd change it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3566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choice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you'd change 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Invalidate the whole listing on every write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busy vault is a permanent cache miss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Per-item caching or write-through, once writes outpace reads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create_all + an idempotent ALTER 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migration strategy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Alembic, the moment a second person touches the schema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Write-behind counters (5 s window)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5 s of counts lost if the API dies abruptly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Shorten the interval, or INCR Postgres directly if the count is billing-critical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Bytes stream through the API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API sits in the data path of every download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Presigned URLs. But beware: a URL signed inside Docker says minio:9000, which the browser can't resolve; it needs a public signing endpoint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9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Orphaned objects on a partial upload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Wasted storage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CA1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reconciliation job over the drift the dashboard already reports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6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will get, and the answers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5072" cy="1517904"/>
          </a:xfrm>
          <a:prstGeom prst="roundRect">
            <a:avLst>
              <a:gd name="adj" fmla="val 3614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1673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not UPDATE … count = count + 1 in Postgres?”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low traffic you should: it's simpler. But it costs a write transaction, a row lock and WAL per download, and every download of a popular file serializes on that one row. Redis absorbs the contention in memory.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05072" cy="1517904"/>
          </a:xfrm>
          <a:prstGeom prst="roundRect">
            <a:avLst>
              <a:gd name="adj" fmla="val 3614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31673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“Isn't GREATEST hiding a bug?”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64608" y="173736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the write monotonic and idempotent. A counter only ever goes up, so GREATEST is the correct merge function. If it ever fires, Redis was behind: exactly the case we want to survive rather than propagate.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4005072" cy="1517904"/>
          </a:xfrm>
          <a:prstGeom prst="roundRect">
            <a:avLst>
              <a:gd name="adj" fmla="val 3614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two API replicas run the flusher at once?”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construction. Each drains the dirty set atomically, so every id goes to exactly one of them; both write absolute values through GREATEST, so overlapping writes converge. A single leader would just waste fewer queries.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2816352"/>
            <a:ext cx="4005072" cy="1517904"/>
          </a:xfrm>
          <a:prstGeom prst="roundRect">
            <a:avLst>
              <a:gd name="adj" fmla="val 3614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94436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is the frontend inside the API image?”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3364992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origin means no CORS, one port to expose, one thing to deploy. The Node toolchain stays in the build stage; the shipped image carries only static files, no npm.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expect: </a:t>
            </a:r>
            <a:pPr indent="0" marL="0">
              <a:buNone/>
            </a:pPr>
            <a:r>
              <a:rPr lang="en-US" sz="10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is Postgres on host port 5433?”  Because most of us already run a Postgres on 5432. MinIO's S3 API sits on 9002 for the same reason.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ONE-SENTENCE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store holds the shape of data it's good at: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in MinIO</a:t>
            </a:r>
            <a:pPr algn="ctr" indent="0" marL="0">
              <a:buNone/>
            </a:pPr>
            <a:r>
              <a:rPr lang="en-US" sz="21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210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in Postgres</a:t>
            </a:r>
            <a:pPr algn="ctr" indent="0" marL="0">
              <a:buNone/>
            </a:pPr>
            <a:r>
              <a:rPr lang="en-US" sz="21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210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counters in Redis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hard part is the seam between them: </a:t>
            </a:r>
            <a:pPr algn="ctr" indent="0" marL="0">
              <a:buNone/>
            </a:pPr>
            <a:r>
              <a:rPr lang="en-US" sz="1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object_key column, and a write-behind flusher that can lose a race but never a count.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Questions?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RUNNING IT LOCALLY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the whole stack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A111C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71600"/>
            <a:ext cx="548640" cy="548640"/>
          </a:xfrm>
          <a:prstGeom prst="ellipse">
            <a:avLst/>
          </a:prstGeom>
          <a:solidFill>
            <a:srgbClr val="1B2839"/>
          </a:solidFill>
          <a:ln w="6350">
            <a:solidFill>
              <a:srgbClr val="2736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984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mini-vault &amp;&amp; docker compose up --build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build: 1 to 3 minutes. After that: seconds, thanks to layer caching. Add -d to run in the background. No Node, Python or database needed on your machine.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4041648" cy="2331720"/>
          </a:xfrm>
          <a:prstGeom prst="roundRect">
            <a:avLst>
              <a:gd name="adj" fmla="val 235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523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2788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 4.x (Compose v2).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hard requirement. docker version must print a Server section, or Docker isn't running.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 GB of disk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images, and free ports 8000, 9001, 9002, 5433, 6379.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22.22.3+ / Python 3.12: </a:t>
            </a:r>
            <a:pPr indent="0" marL="0"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you want hot reload while editing code.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45152" y="2377440"/>
            <a:ext cx="4041648" cy="2331720"/>
          </a:xfrm>
          <a:prstGeom prst="roundRect">
            <a:avLst>
              <a:gd name="adj" fmla="val 235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HAPPENS, IN ORDER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46320" y="2788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stage compiles Angular to static files (about 5 s)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stage bakes the bundle into the API image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Postgres, Redis, MinIO start and pass healthchecks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waits for all three, and also retries on its own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boot creates the files table and the uploads bucket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FIRST CONTACT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it, then a 60-second smoke test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2697480"/>
          </a:xfrm>
          <a:prstGeom prst="roundRect">
            <a:avLst>
              <a:gd name="adj" fmla="val 2034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350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app: upload, list, download, delete, live dashboard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localhost:8000/docs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UI, generated from the Python type hints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2724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localhost:8000/metrics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JSON behind the dashboard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localhost:9001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console: minioadmin / minioadmin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188720"/>
            <a:ext cx="4041648" cy="2697480"/>
          </a:xfrm>
          <a:prstGeom prst="roundRect">
            <a:avLst>
              <a:gd name="adj" fmla="val 2034"/>
            </a:avLst>
          </a:prstGeom>
          <a:solidFill>
            <a:srgbClr val="0A111C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35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62763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"hello" &gt; note.txt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 "file=@note.txt" :8000/files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:8000/files   </a:t>
            </a:r>
            <a:pPr indent="0" marL="0">
              <a:buNone/>
            </a:pPr>
            <a:r>
              <a:rPr lang="en-US" sz="90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"postgres"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:8000/files   </a:t>
            </a:r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"redis-cache"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:8000/health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-OJ :8000/files/$ID/download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:8000/files/$ID  </a:t>
            </a:r>
            <a:pPr indent="0" marL="0">
              <a:buNone/>
            </a:pPr>
            <a:r>
              <a:rPr lang="en-US" sz="900" dirty="0">
                <a:solidFill>
                  <a:srgbClr val="5D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 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DELETE :8000/files/$ID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B2839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690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B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 GOTCHA   </a:t>
            </a:r>
            <a:pPr indent="0" marL="0">
              <a:buNone/>
            </a:pPr>
            <a:r>
              <a:rPr lang="en-US" sz="100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Windows, piping UUIDs through Python bakes a trailing \r into the URL, and curl silently rejects the request. Pipe through tr -d '\r'.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KNOBS AND GOTCHAS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Configuration, ports, and quick fixes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33472" cy="2788920"/>
          </a:xfrm>
          <a:prstGeom prst="roundRect">
            <a:avLst>
              <a:gd name="adj" fmla="val 208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35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KNOBS THAT MATTER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934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CACHE_TTL_SECONDS=30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of the cached listing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COUNTER_FLUSH_SECONDS=5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write-behind window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METRICS_HISTORY_DAYS=14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of the uploads chart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read from your shell. The talk's demo needs: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COUNTER_FLUSH_SECONDS=30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55264" y="1188720"/>
            <a:ext cx="2633472" cy="2788920"/>
          </a:xfrm>
          <a:prstGeom prst="roundRect">
            <a:avLst>
              <a:gd name="adj" fmla="val 208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4" y="1335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UNUSUAL PORTS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38144" y="160934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→ 5433</a:t>
            </a:r>
            <a:endParaRPr lang="en-US" sz="9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5432 is usually taken by a locally installed Postgres.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 S3 → 9002</a:t>
            </a:r>
            <a:endParaRPr lang="en-US" sz="9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9000 is a popular default for other local tools.</a:t>
            </a:r>
            <a:endParaRPr lang="en-US" sz="9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9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clients (TablePlus, DBeaver): localhost:5433, user vault, password vault, database vault.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network, services are DNS names (postgres, redis, minio). From your laptop: localhost + published port. Confusing the two is the classic first-week mistake.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53328" y="1188720"/>
            <a:ext cx="2633472" cy="2788920"/>
          </a:xfrm>
          <a:prstGeom prst="roundRect">
            <a:avLst>
              <a:gd name="adj" fmla="val 2083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335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A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MISBEHAVES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36208" y="1609344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is already allocated</a:t>
            </a:r>
            <a:endParaRPr lang="en-US" sz="8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owns the port. Stop it, or remap in docker-compose.yml.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returns 503, no bundle</a:t>
            </a:r>
            <a:endParaRPr lang="en-US" sz="8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ran uvicorn from a checkout. Expected: use compose, or npm start on :4200.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changes missing</a:t>
            </a:r>
            <a:endParaRPr lang="en-US" sz="8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has the old bundle: rebuild with --build.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16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wrong after down -v</a:t>
            </a:r>
            <a:endParaRPr lang="en-US" sz="8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wiped the volumes. Expected: counts lived in Postgres and Redis.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51F2E"/>
          </a:solidFill>
          <a:ln w="12700">
            <a:solidFill>
              <a:srgbClr val="2736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pPr indent="0" marL="0">
              <a:buNone/>
            </a:pPr>
            <a:r>
              <a:rPr lang="en-US" sz="10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keeps your data (named volumes).   </a:t>
            </a:r>
            <a:pPr indent="0" marL="0">
              <a:buNone/>
            </a:pPr>
            <a:r>
              <a:rPr lang="en-US" sz="1000" b="1" dirty="0">
                <a:solidFill>
                  <a:srgbClr val="F16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 -v</a:t>
            </a:r>
            <a:pPr indent="0" marL="0">
              <a:buNone/>
            </a:pPr>
            <a:r>
              <a:rPr lang="en-US" sz="1000" dirty="0">
                <a:solidFill>
                  <a:srgbClr val="8CA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wipes Postgres, MinIO and Redis: a clean slate.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82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Vault · data flow walkthrough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Vault: a data flow walkthrough</dc:title>
  <dc:subject>PptxGenJS Presentation</dc:subject>
  <dc:creator>Wilbert</dc:creator>
  <cp:lastModifiedBy>Wilbert</cp:lastModifiedBy>
  <cp:revision>1</cp:revision>
  <dcterms:created xsi:type="dcterms:W3CDTF">2026-07-09T13:41:48Z</dcterms:created>
  <dcterms:modified xsi:type="dcterms:W3CDTF">2026-07-09T13:41:48Z</dcterms:modified>
</cp:coreProperties>
</file>